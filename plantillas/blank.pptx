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16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92967-1E1F-9223-C658-14E56598E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F85876-6A73-1F7F-CE78-B83519B31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7DAE81-5720-C898-45D7-33967FBF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5C1C-6191-4399-800A-86F02C8AFFC2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141387-83F4-6FBB-96DC-91BB1017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1CC20C-E742-160F-46A3-9B7FEB3A0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197-EAD7-44AA-8EC1-882E65AF70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390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484CD-240F-16FB-C878-E56E448B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BE43D3-4871-B315-2064-AB463A2EB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A9106A-3B6F-6CFA-1C7D-C8734385D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5C1C-6191-4399-800A-86F02C8AFFC2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C029F1-CF59-FB96-6E0C-030B81A8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8D99DF-AE76-CF7F-3475-D25388160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197-EAD7-44AA-8EC1-882E65AF70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604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CE4FF-F123-341E-6B01-156EADF67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41BDB1-A7C4-9600-18C8-3D2A24FE4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54F421-4FE6-1B76-D622-0A628E58A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5C1C-6191-4399-800A-86F02C8AFFC2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50D5FD-6C99-1021-4095-166D118C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2D89E-421C-EC51-8EEE-272546ABC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197-EAD7-44AA-8EC1-882E65AF70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1188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B269B-65FD-C222-4D5B-9D861D34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DC7313-1513-9F5A-2D42-5FC213C256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B6A300-8009-F498-3CD0-F23CED377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AC46DD-EB7C-7C68-80AD-ACDFFB5A9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5C1C-6191-4399-800A-86F02C8AFFC2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03B7CB-B01A-BB7E-F837-DA978D03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FF78A1-715C-4BC3-638D-89D65E2E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197-EAD7-44AA-8EC1-882E65AF70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59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DB6F0-971E-5709-7A08-A0F580B1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561164-A4CB-00AF-6F70-AAFF3C5A6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C3ADED-9C0E-CE5B-8A77-3CA390E10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D4E10D-97E1-49B1-57DD-3D7168ACE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0CB98BC-782F-790A-E313-9E0F41160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FFA44D-C776-9DB2-E398-E5E6E82F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5C1C-6191-4399-800A-86F02C8AFFC2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0B74A1D-0D9B-3E40-0B1C-730810ED4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C681173-5048-7D58-F80F-4E772A81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197-EAD7-44AA-8EC1-882E65AF70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3477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20ADDF-E89A-1F6B-403A-928E1B4BA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0FDB264-9E97-C612-E561-4EA162D1E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5C1C-6191-4399-800A-86F02C8AFFC2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6EC7B3C-224F-BABF-1A2F-B2EFDBC0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789B80-990F-5702-0A20-CF5783FF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197-EAD7-44AA-8EC1-882E65AF70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2206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F14BBA-829D-8703-9C06-67273CDB4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5C1C-6191-4399-800A-86F02C8AFFC2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BF3211-A04A-3755-BC08-45E3AFC56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40D0E3-C418-E865-8BA0-476A4107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197-EAD7-44AA-8EC1-882E65AF70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8254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A24267-BEC1-48D2-9663-5567644A3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BB5EE8-72FC-A17B-3D72-11CDAF21F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190642-F7E1-326B-E438-3C1198487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8C4EEB-D196-B790-8A68-529C62108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5C1C-6191-4399-800A-86F02C8AFFC2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286BE2-9452-B4BB-99EF-DCC2DCD79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AF7006-4AD9-61D3-CB65-98EC0A0AB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197-EAD7-44AA-8EC1-882E65AF70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343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2DB96-CF39-CE4F-FFD3-A7A8EE4B4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78F429A-D439-4F23-86BD-F179C32C8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B5F2E9-EBA8-9322-0879-73E5D267F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393DAC-C3C2-D198-B451-AE732E767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5C1C-6191-4399-800A-86F02C8AFFC2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7299B6-23D1-CEC0-9340-3872E443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080C02-3BA5-9C68-11D3-2105A31EB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197-EAD7-44AA-8EC1-882E65AF70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222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17F7A-A64C-D51A-8121-F060A40B9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F0D4FF-6194-7678-7F55-115F4835B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9B4840-8B34-0420-533E-EE899552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5C1C-6191-4399-800A-86F02C8AFFC2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B109A4-CFC6-8382-65DE-F5D8E84E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BF1DFF-8BB5-AA82-C55F-CF2D8D323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197-EAD7-44AA-8EC1-882E65AF70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769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BB5405-7DF8-C854-30C6-47BC2EF08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875B2C-55A5-7BC1-B71A-5515B28F1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967766-8314-0A78-48BA-F7A8E7E0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5C1C-6191-4399-800A-86F02C8AFFC2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7F1D45-A2D6-D078-FDF5-5648C4A8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AADF68-A01D-5FBF-21C4-2843B247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197-EAD7-44AA-8EC1-882E65AF70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7067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23B0CC-FA53-7453-6321-DB9335B7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444DA0-3381-AD0B-6963-B22BDDC91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25EC2A-3DD3-EE7D-A46F-79F0B9F8F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15C1C-6191-4399-800A-86F02C8AFFC2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1C3CEF-2585-A003-0468-4F64E92E7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0D0310-A5B8-5981-5ECB-5E4C4DE10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197-EAD7-44AA-8EC1-882E65AF70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4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A311E-21E1-6384-993E-2DFDFDEBF3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89D3B1-3779-8E5D-1086-357034F297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53349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2026-04-22T13:59:05Z</dcterms:created>
  <dcterms:modified xsi:type="dcterms:W3CDTF">2026-04-22T13:59:08Z</dcterms:modified>
</cp:coreProperties>
</file>